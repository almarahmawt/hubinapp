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Presentasi ini membahas bagaimana hak akses (role) pada sisi backend aplikasi Hubin dirancang menggunakan Filament dan Filament Shield.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PRESENTASI ARSITEKTUR HAK AKSES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Manajemen Role Backend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Aplikasi Hubin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RBAC dengan Filament &amp; Filament Shield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 Rahmawati  ·  PPG Informatika UPI  ·  SMK Negeri 13 Bandung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1188720"/>
            <a:ext cx="2194560" cy="2194560"/>
          </a:xfrm>
          <a:prstGeom prst="ellipse">
            <a:avLst/>
          </a:prstGeom>
          <a:solidFill>
            <a:srgbClr val="273449"/>
          </a:solidFill>
          <a:ln w="12700">
            <a:solidFill>
              <a:srgbClr val="27344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73736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Gambaran Aplikasi &amp; Tech Stack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Hubin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informasi Hubungan Industri untuk mengelola Praktik Kerja Lapangan (PKL) siswa SMK, dari kemitraan industri sampai jurnal harian.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utama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data: Kompetensi, Kelas, Guru, Siswa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Kemitraan: Industri, Periode &amp; Lowongan PKL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Operasional: Pendaftaran &amp; Penempatan PKL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Evaluasi: Jurnal PKL &amp; budaya kerja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663440" y="1143000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73168" y="1225296"/>
            <a:ext cx="420624" cy="420624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8324" y="1330452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49240" y="12161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13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349240" y="14538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PHP utama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837944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73168" y="1920240"/>
            <a:ext cx="420624" cy="420624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324" y="202539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19110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Filament 3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349240" y="21488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multi-panel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63440" y="2532888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73168" y="2615184"/>
            <a:ext cx="420624" cy="420624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324" y="2720340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49240" y="26060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Filament Shield 3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5349240" y="28437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policy &amp; UI role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3227832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73168" y="3310128"/>
            <a:ext cx="420624" cy="420624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8324" y="3415284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349240" y="33009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Spatie Permission 6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5349240" y="35387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Mesin RBAC (role &amp; permission)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663440" y="3922776"/>
            <a:ext cx="4023360" cy="585216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73168" y="4005072"/>
            <a:ext cx="420624" cy="420624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8324" y="4110228"/>
            <a:ext cx="210312" cy="2103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49240" y="39959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5349240" y="42336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data (via Docker)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Hubin · Role Backend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RBAC (Role-Based Access Control)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akses tidak diberikan ke user satu per satu, melainkan melalui role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78308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554480"/>
            <a:ext cx="502920" cy="50292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010" y="168021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148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4414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 login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(tabel users)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288" y="2103120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606040" y="1417320"/>
            <a:ext cx="178308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246120" y="1554480"/>
            <a:ext cx="502920" cy="50292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850" y="168021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606040" y="2148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2697480" y="24414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pengguna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(tabel roles)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2103120"/>
            <a:ext cx="237744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754880" y="1417320"/>
            <a:ext cx="178308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5394960" y="1554480"/>
            <a:ext cx="502920" cy="50292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0690" y="1680210"/>
            <a:ext cx="251460" cy="2514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754880" y="2148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4846320" y="24414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Izin per aksi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(tabel permissions)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2103120"/>
            <a:ext cx="237744" cy="23774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903720" y="1417320"/>
            <a:ext cx="178308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7543800" y="1554480"/>
            <a:ext cx="502920" cy="50292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9530" y="1680210"/>
            <a:ext cx="251460" cy="25146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903720" y="2148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500" dirty="0"/>
          </a:p>
        </p:txBody>
      </p:sp>
      <p:sp>
        <p:nvSpPr>
          <p:cNvPr id="26" name="Text 17"/>
          <p:cNvSpPr txBox="1"/>
          <p:nvPr/>
        </p:nvSpPr>
        <p:spPr>
          <a:xfrm>
            <a:off x="6995160" y="244144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Pemeriksa izin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setiap Resource</a:t>
            </a:r>
            <a:endParaRPr lang="en-US" sz="1100" dirty="0"/>
          </a:p>
        </p:txBody>
      </p:sp>
      <p:sp>
        <p:nvSpPr>
          <p:cNvPr id="27" name="Shape 18"/>
          <p:cNvSpPr/>
          <p:nvPr/>
        </p:nvSpPr>
        <p:spPr>
          <a:xfrm>
            <a:off x="457200" y="329184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685800" y="34015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di Hubin</a:t>
            </a:r>
            <a:endParaRPr lang="en-US" sz="1300" dirty="0"/>
          </a:p>
        </p:txBody>
      </p:sp>
      <p:sp>
        <p:nvSpPr>
          <p:cNvPr id="29" name="Text 20"/>
          <p:cNvSpPr txBox="1"/>
          <p:nvPr/>
        </p:nvSpPr>
        <p:spPr>
          <a:xfrm>
            <a:off x="685800" y="3675888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budi@sekolah.com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role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Siswa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permission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create_jurnal::pkl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JurnalPklPolicy::create() = true  →  tombol "New" Jurnal PKL tampil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 disimpan di tabel pivot model_has_roles (user ↔ role) dan role_has_permissions (role ↔ permission).</a:t>
            </a:r>
            <a:endParaRPr lang="en-US" sz="1200" dirty="0"/>
          </a:p>
        </p:txBody>
      </p:sp>
      <p:sp>
        <p:nvSpPr>
          <p:cNvPr id="30" name="Text 2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Hubin · Role Backend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Role dalam Sistem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Dibuat otomatis oleh MasterDataSeeder (guard: web)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20240" cy="315468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548640" cy="5486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super_admin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578608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25786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/admin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9718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penuh ke semua resource, termasuk mengelola User dan Role melalui menu Shield.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560320" y="1325880"/>
            <a:ext cx="1920240" cy="315468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0" y="1508760"/>
            <a:ext cx="548640" cy="5486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6459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74320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 PKL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2743200" y="2578608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743200" y="25786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/admin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2743200" y="29718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Pengelola operasional PKL: memvalidasi jurnal dan tetap boleh mengoreksi jurnal yang sudah disetujui.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663440" y="1325880"/>
            <a:ext cx="1920240" cy="315468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846320" y="1508760"/>
            <a:ext cx="548640" cy="5486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64592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84632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4846320" y="2578608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846320" y="25786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/guru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4846320" y="29718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Pembimbing PKL: hanya melihat siswa &amp; jurnal bimbingannya, memberi Setujui atau Revisi.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766560" y="1325880"/>
            <a:ext cx="1920240" cy="315468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949440" y="1508760"/>
            <a:ext cx="548640" cy="54864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64592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94944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Siswa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6949440" y="2578608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6949440" y="25786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/siswa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6949440" y="297180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Melamar lowongan PKL, melihat pendaftaran &amp; penempatan miliknya, mengisi jurnal harian.</a:t>
            </a:r>
            <a:endParaRPr lang="en-US" sz="1150" dirty="0"/>
          </a:p>
        </p:txBody>
      </p:sp>
      <p:sp>
        <p:nvSpPr>
          <p:cNvPr id="32" name="Text 2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Hubin · Role Backend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Multi-Panel Filament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codebase, tiga panel — akses panel ditentukan oleh role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356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AdminPanelProvider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4356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super_admin, Staf PKL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828800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8600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FilamentShieldPlugin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04872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/guru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907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GuruPanelProvider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83864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5935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/siswa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9867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SiswaPanelProvider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35935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Siswa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1325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app/Models/User.php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60020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7373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canAccessPanel(Panel $p): bool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($this-&gt;hasRole('super_admin'))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match ($p-&gt;getId())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'admin' =&gt; $this-&gt;hasRole('Staf PKL'),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'guru'  =&gt; $this-&gt;hasRole('Guru'),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'siswa' =&gt; $this-&gt;hasRole('Siswa'),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default =&gt; false,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4069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yang membuka panel di luar role-nya otomatis ditolak (403). super_admin dapat masuk ke semua panel.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Hubin · Role Backend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Login &amp; Redirect Berbasis Role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LoginController kustom pada route /login, menggantikan halaman login bawaan panel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17904" cy="1737360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08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35000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password wajib diisi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39696" y="1371600"/>
            <a:ext cx="1517904" cy="1737360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76856" y="1508760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76856" y="1508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276856" y="235000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Auth::attempt() lalu session di-regenerate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22192" y="1371600"/>
            <a:ext cx="1517904" cy="1737360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59352" y="1508760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59352" y="1508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959352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cache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959352" y="235000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forgetCachedPermissions() agar role terbaru terbaca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04688" y="1371600"/>
            <a:ext cx="1517904" cy="1737360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41848" y="1508760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41848" y="1508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641848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role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641848" y="235000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role → logout &amp; pesan "hubungi Admin"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87184" y="1371600"/>
            <a:ext cx="1517904" cy="1737360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24344" y="1508760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24344" y="1508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324344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324344" y="235000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panel sesuai role, url.intended dihapus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3337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Pemetaan redirect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65760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3657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super_admin / Staf PKL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194560" y="36576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46120" y="365760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29000" y="3657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983480" y="36576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/guru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35040" y="365760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17920" y="3657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Siswa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772400" y="36576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/siswa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Hubin · Role Backend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Filament Shield: Policy &amp; Permission Otomatis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membaca setiap Resource lalu membuat Policy dan daftar permission-nya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di app/Policies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3258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011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terdaftar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13258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011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per Resource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974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penamaan permission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15468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{aksi}_{resource}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view_any_jurnal::pkl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create_pendaftaran::pkl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update_siswa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325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aksi standar Shield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664208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16642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view_any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664208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16642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093976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92040" y="209397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2093976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209397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523744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92040" y="252374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66560" y="2523744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03720" y="252374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delete_any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953512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92040" y="295351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force_delete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66560" y="2953512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03720" y="295351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force_delete_any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383280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92040" y="33832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66560" y="3383280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03720" y="33832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restore_any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813048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92040" y="38130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766560" y="3813048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903720" y="38130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reorder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754880" y="4297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Resource × 12 aksi = 132, ditambah 6 permission untuk Role = 138.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Hubin · Role Backend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Policy Hasil Generate Shield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app/Policies/JurnalPklPolicy.php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0" cy="3200400"/>
          </a:xfrm>
          <a:prstGeom prst="roundRect">
            <a:avLst>
              <a:gd name="adj" fmla="val 2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JurnalPklPolicy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 HandlesAuthorization;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viewAny(User $user): bool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$user-&gt;can('view_any_jurnal::pkl');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create(User $user): bool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$user-&gt;can('create_jurnal::pkl');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update(User $user, JurnalPkl $j): bool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$user-&gt;can('update_jurnal::pkl');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delete, restore, replicate, reorder,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394960" y="1280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otomatis di Filament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94960" y="1691640"/>
            <a:ext cx="457200" cy="4572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9260" y="1805940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989320" y="16916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viewAny = false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1965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Jurnal PKL tidak muncul di navigasi panel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94960" y="2606040"/>
            <a:ext cx="457200" cy="4572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260" y="272034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989320" y="26060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= false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989320" y="2880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"New" dan halaman /create tertutup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394960" y="3520440"/>
            <a:ext cx="457200" cy="4572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260" y="363474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989320" y="35204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/ delete = false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5989320" y="37947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Edit dan Delete pada tabel disembunyikan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Hubin · Role Backend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Lapis Kontrol Akses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menjaga level resource; aturan bisnis ditambahkan di level data dan aksi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44752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2801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Panel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703320" y="12801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User::canAccessPanel()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172200" y="128016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panel yang boleh dibuka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1792" y="1947672"/>
            <a:ext cx="79004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8952" y="1947672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11226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90472" y="194767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Resource (Shield)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867912" y="19476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$user-&gt;can('view_any_...')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6336792" y="1947672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menu &amp; aksi CRUD yang tersedia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86384" y="2615184"/>
            <a:ext cx="7571232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23544" y="2615184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277977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55064" y="261518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Scoping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032504" y="261518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getEloquentQuery()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6501384" y="2615184"/>
            <a:ext cx="1673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Membatasi baris data sesuai pemiliknya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50976" y="3282696"/>
            <a:ext cx="72420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088136" y="3282696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176" y="3447288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819656" y="328269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Visibilitas Aksi &amp; Field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4197096" y="328269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-&gt;visible() / -&gt;disabled()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6665976" y="3282696"/>
            <a:ext cx="134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Setujui/Revisi, field terkunci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1115568" y="3950208"/>
            <a:ext cx="6912864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1252728" y="3950208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2768" y="4114800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984248" y="39502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Mutasi Data Server-side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4361688" y="39502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mutateFormDataBeforeCreate()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6830568" y="3950208"/>
            <a:ext cx="1014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siswa_id &amp; status diisi otomatis</a:t>
            </a:r>
            <a:endParaRPr lang="en-US" sz="1050" dirty="0"/>
          </a:p>
        </p:txBody>
      </p:sp>
      <p:sp>
        <p:nvSpPr>
          <p:cNvPr id="34" name="Text 27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Hubin · Role Backend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Row-Level Scoping: Data Sesuai Pemiliknya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JurnalPklResource::getEloquentQuery()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663440" cy="3200400"/>
          </a:xfrm>
          <a:prstGeom prst="roundRect">
            <a:avLst>
              <a:gd name="adj" fmla="val 2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$user = auth()-&gt;user();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($user?-&gt;hasRole(['Staf PKL','super_admin']))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$query;                 // semua data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($user?-&gt;hasRole('Guru'))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$guru = Guru::where('user_id', $user-&gt;id)-&gt;first();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$query-&gt;whereHas('penempatanPkl',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fn ($q) =&gt; $q-&gt;where('guru_id', $guru?-&gt;id ?? 0));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($user?-&gt;hasRole('Siswa'))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$siswa = Siswa::where('user_id', $user-&gt;id)-&gt;first();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$query-&gt;whereHas('penempatanPkl',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fn ($q) =&gt; $q-&gt;where('siswa_id', $siswa?-&gt;id ?? 0));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40680" y="1280160"/>
            <a:ext cx="457200" cy="4572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4980" y="139446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12801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 PKL &amp; super_admin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154533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seluruh jurnal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40680" y="2057400"/>
            <a:ext cx="457200" cy="4572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4980" y="217170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035040" y="20574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035040" y="232257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jurnal siswa yang penempatannya dibimbing guru tersebut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40680" y="2834640"/>
            <a:ext cx="457200" cy="4572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980" y="294894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035040" y="2834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Siswa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6035040" y="30998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jurnal miliknya sendiri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40680" y="365760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577840" y="3703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yang sama dipakai di SiswaResource (Guru) serta Pendaftaran &amp; Penempatan PKL (Siswa). Fallback id 0 / -1 membuat tabel kosong bila akun belum terhubung.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Hubin · Role Backend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Matriks Permission per Role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centang di menu Shield (tabel role_has_permissions)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55448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super_admin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Guru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Siswa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Jurnal PKL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Penuh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Siswa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Penuh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Lihat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Lowongan PKL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Penuh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Lihat, Ubah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Pendaftaran PKL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Penuh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Lihat, Ubah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Penempatan PKL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Penuh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Lihat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Data (Guru, Industri, Kelas, Kompetensi, Periode)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Penuh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&amp; 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Penuh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Permission update dicentang, tetapi canEditJurnal() menolak Guru mengedit isi jurnal — Guru hanya memvalidasi.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Staf PKL dikonfigurasi melalui menu Shield sesuai kebutuhan operasional; data di atas diambil dari database lokal.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Hubin · Role Backend  |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 Kasus: Validasi Jurnal PKL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Kombinasi role check, status, dan visibilitas aksi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78308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63040"/>
            <a:ext cx="457200" cy="4572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5773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Siswa mengisi jurnal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240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Menunggu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288" y="1874520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606040" y="1325880"/>
            <a:ext cx="178308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743200" y="1463040"/>
            <a:ext cx="457200" cy="4572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0" y="157734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74320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/ Staf PKL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2743200" y="2240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Setujui atau Revisi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1874520"/>
            <a:ext cx="237744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754880" y="1325880"/>
            <a:ext cx="178308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4892040" y="1463040"/>
            <a:ext cx="457200" cy="4572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6340" y="1577340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89204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4892040" y="2240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pembimbing tampil, siswa memperbaiki</a:t>
            </a:r>
            <a:endParaRPr lang="en-US" sz="10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1874520"/>
            <a:ext cx="237744" cy="23774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903720" y="1325880"/>
            <a:ext cx="178308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7040880" y="1463040"/>
            <a:ext cx="457200" cy="4572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5180" y="1577340"/>
            <a:ext cx="228600" cy="2286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04088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Disetujui</a:t>
            </a:r>
            <a:endParaRPr lang="en-US" sz="1200" dirty="0"/>
          </a:p>
        </p:txBody>
      </p:sp>
      <p:sp>
        <p:nvSpPr>
          <p:cNvPr id="26" name="Text 17"/>
          <p:cNvSpPr txBox="1"/>
          <p:nvPr/>
        </p:nvSpPr>
        <p:spPr>
          <a:xfrm>
            <a:off x="7040880" y="2240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Jurnal terkunci untuk Siswa</a:t>
            </a:r>
            <a:endParaRPr lang="en-US" sz="1050" dirty="0"/>
          </a:p>
        </p:txBody>
      </p:sp>
      <p:sp>
        <p:nvSpPr>
          <p:cNvPr id="27" name="Text 18"/>
          <p:cNvSpPr txBox="1"/>
          <p:nvPr/>
        </p:nvSpPr>
        <p:spPr>
          <a:xfrm>
            <a:off x="457200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akses di kode</a:t>
            </a:r>
            <a:endParaRPr lang="en-US" sz="1300" dirty="0"/>
          </a:p>
        </p:txBody>
      </p:sp>
      <p:sp>
        <p:nvSpPr>
          <p:cNvPr id="28" name="Shape 19"/>
          <p:cNvSpPr/>
          <p:nvPr/>
        </p:nvSpPr>
        <p:spPr>
          <a:xfrm>
            <a:off x="457200" y="320040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594360" y="32644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canEditJurnal()</a:t>
            </a:r>
            <a:endParaRPr lang="en-US" sz="1050" dirty="0"/>
          </a:p>
        </p:txBody>
      </p:sp>
      <p:sp>
        <p:nvSpPr>
          <p:cNvPr id="30" name="Text 21"/>
          <p:cNvSpPr txBox="1"/>
          <p:nvPr/>
        </p:nvSpPr>
        <p:spPr>
          <a:xfrm>
            <a:off x="594360" y="3493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tidak boleh edit; Staf PKL &amp; super_admin selalu boleh; Siswa hanya jika belum Disetujui.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4663440" y="320040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23"/>
          <p:cNvSpPr txBox="1"/>
          <p:nvPr/>
        </p:nvSpPr>
        <p:spPr>
          <a:xfrm>
            <a:off x="4800600" y="32644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Bulk Delete</a:t>
            </a:r>
            <a:endParaRPr lang="en-US" sz="1050" dirty="0"/>
          </a:p>
        </p:txBody>
      </p:sp>
      <p:sp>
        <p:nvSpPr>
          <p:cNvPr id="33" name="Text 24"/>
          <p:cNvSpPr txBox="1"/>
          <p:nvPr/>
        </p:nvSpPr>
        <p:spPr>
          <a:xfrm>
            <a:off x="4800600" y="3493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Jurnal berstatus Disetujui dilindungi dan tidak ikut terhapus.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457200" y="388620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594360" y="39502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CreateJurnalPkl</a:t>
            </a:r>
            <a:endParaRPr lang="en-US" sz="1050" dirty="0"/>
          </a:p>
        </p:txBody>
      </p:sp>
      <p:sp>
        <p:nvSpPr>
          <p:cNvPr id="36" name="Text 27"/>
          <p:cNvSpPr txBox="1"/>
          <p:nvPr/>
        </p:nvSpPr>
        <p:spPr>
          <a:xfrm>
            <a:off x="594360" y="4178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penempatan_pkl_id diisi otomatis dari akun siswa yang login.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4663440" y="388620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4800600" y="39502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CSV</a:t>
            </a:r>
            <a:endParaRPr lang="en-US" sz="1050" dirty="0"/>
          </a:p>
        </p:txBody>
      </p:sp>
      <p:sp>
        <p:nvSpPr>
          <p:cNvPr id="39" name="Text 30"/>
          <p:cNvSpPr txBox="1"/>
          <p:nvPr/>
        </p:nvSpPr>
        <p:spPr>
          <a:xfrm>
            <a:off x="4800600" y="4178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Mengikuti filter &amp; scoping, jadi tiap role hanya mengekspor datanya.</a:t>
            </a:r>
            <a:endParaRPr lang="en-US" sz="1000" dirty="0"/>
          </a:p>
        </p:txBody>
      </p:sp>
      <p:sp>
        <p:nvSpPr>
          <p:cNvPr id="40" name="Text 3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Hubin · Role Backend  |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 Kasus: Pendaftaran hingga Penempatan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Siswa hanya bisa bertindak atas datanya sendiri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517904" cy="1691640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63040"/>
            <a:ext cx="457200" cy="4572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5773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Lowongan PKL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26771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Siswa menekan "Lamar Sekarang"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39696" y="1325880"/>
            <a:ext cx="1517904" cy="1691640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76856" y="1463040"/>
            <a:ext cx="457200" cy="4572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156" y="157734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76856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2276856" y="226771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siswa ada &amp; belum pernah melamar lowongan yang sama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822192" y="1325880"/>
            <a:ext cx="1517904" cy="1691640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959352" y="1463040"/>
            <a:ext cx="457200" cy="4572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652" y="157734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959352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Pendaftaran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3959352" y="226771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Dibuat dengan status Menunggu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504688" y="1325880"/>
            <a:ext cx="1517904" cy="1691640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641848" y="1463040"/>
            <a:ext cx="457200" cy="4572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6148" y="157734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41848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641848" y="226771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Disetujui / Ditolak oleh admin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187184" y="1325880"/>
            <a:ext cx="1517904" cy="1691640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324344" y="1463040"/>
            <a:ext cx="457200" cy="4572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8644" y="157734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324344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Penempatan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7324344" y="226771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Siswa ditempatkan &amp; diberi guru pembimbing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457200" y="3246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Proteksi untuk role Siswa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457200" y="354787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siswa_id dan status di-disabled() pada form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dipaksa di server lewat mutateFormDataBeforeCreate()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 tanpa biodata siswa → proses dihentikan ($this-&gt;halt())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4754880" y="324612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4937760" y="33832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(auth()-&gt;user()-&gt;hasRole('Siswa'))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$data['siswa_id']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auth()-&gt;user()-&gt;siswa-&gt;id;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$data['status'] = 'Menunggu';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Hubin · Role Backend  |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Pengelolaan Role &amp; User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menyentuh kode: cukup lewat panel /admin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63449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481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Roles (Shield)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7647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super_admin mencentang permission per resource untuk tiap role. Perubahan langsung berlaku.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3258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1508760"/>
            <a:ext cx="502920" cy="50292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50" y="163449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32120" y="1481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UserResource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532120" y="17647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user dipilih lewat Select relationship('roles', 'name') dan tampil sebagai badge di tabel.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25603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286893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2715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MasterDataSeeder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325880" y="29992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4 role dan akun super admin pertama dari ADMIN_DEFAULT_EMAIL di .env.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63440" y="25603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46320" y="2743200"/>
            <a:ext cx="502920" cy="50292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286893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32120" y="2715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DummyDataSeeder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5532120" y="29992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 uji Guru &amp; Siswa, hanya dijalankan saat APP_ENV=local.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40080" y="39776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shield:generate --all      # buat ulang policy &amp; permission setelah menambah Resource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permission:cache-reset     # bersihkan cache Spatie setelah ubah role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Hubin · Role Backend  |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273449"/>
          </a:solidFill>
          <a:ln w="12700">
            <a:solidFill>
              <a:srgbClr val="2734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Terstruktur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Spatie + Shield memisahkan siapa user, apa role-nya, dan izin apa yang dimiliki.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273449"/>
          </a:solidFill>
          <a:ln w="12700">
            <a:solidFill>
              <a:srgbClr val="2734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Berlapis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5603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dijaga dari panel, policy, query data, hingga visibilitas tombol dan field.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37160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273449"/>
          </a:solidFill>
          <a:ln w="12700">
            <a:solidFill>
              <a:srgbClr val="27344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Mudah dikelola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5603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diatur lewat UI Shield; aturan bisnis khusus tetap eksplisit di Resource.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Manajemen Role Backend Aplikasi Hubin</dc:title>
  <dc:subject>PptxGenJS Presentation</dc:subject>
  <dc:creator>Alma Rahmawati</dc:creator>
  <cp:lastModifiedBy>Alma Rahmawati</cp:lastModifiedBy>
  <cp:revision>1</cp:revision>
  <dcterms:created xsi:type="dcterms:W3CDTF">2026-10-01T06:04:47Z</dcterms:created>
  <dcterms:modified xsi:type="dcterms:W3CDTF">2026-10-01T06:04:47Z</dcterms:modified>
</cp:coreProperties>
</file>